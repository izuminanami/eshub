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  <p:sldId id="261" r:id="rId3"/>
    <p:sldId id="259" r:id="rId4"/>
    <p:sldId id="258" r:id="rId5"/>
    <p:sldId id="260" r:id="rId6"/>
    <p:sldId id="262" r:id="rId7"/>
  </p:sldIdLst>
  <p:sldSz cx="3600450" cy="3600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1C1E"/>
    <a:srgbClr val="3C3C3C"/>
    <a:srgbClr val="F7F7F7"/>
    <a:srgbClr val="EA65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86"/>
    <p:restoredTop sz="94694"/>
  </p:normalViewPr>
  <p:slideViewPr>
    <p:cSldViewPr snapToGrid="0">
      <p:cViewPr varScale="1">
        <p:scale>
          <a:sx n="222" d="100"/>
          <a:sy n="222" d="100"/>
        </p:scale>
        <p:origin x="29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0034" y="589241"/>
            <a:ext cx="3060383" cy="1253490"/>
          </a:xfrm>
        </p:spPr>
        <p:txBody>
          <a:bodyPr anchor="b"/>
          <a:lstStyle>
            <a:lvl1pPr algn="ctr">
              <a:defRPr sz="2363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0056" y="1891070"/>
            <a:ext cx="2700338" cy="869275"/>
          </a:xfrm>
        </p:spPr>
        <p:txBody>
          <a:bodyPr/>
          <a:lstStyle>
            <a:lvl1pPr marL="0" indent="0" algn="ctr">
              <a:buNone/>
              <a:defRPr sz="945"/>
            </a:lvl1pPr>
            <a:lvl2pPr marL="180045" indent="0" algn="ctr">
              <a:buNone/>
              <a:defRPr sz="788"/>
            </a:lvl2pPr>
            <a:lvl3pPr marL="360091" indent="0" algn="ctr">
              <a:buNone/>
              <a:defRPr sz="709"/>
            </a:lvl3pPr>
            <a:lvl4pPr marL="540136" indent="0" algn="ctr">
              <a:buNone/>
              <a:defRPr sz="630"/>
            </a:lvl4pPr>
            <a:lvl5pPr marL="720181" indent="0" algn="ctr">
              <a:buNone/>
              <a:defRPr sz="630"/>
            </a:lvl5pPr>
            <a:lvl6pPr marL="900227" indent="0" algn="ctr">
              <a:buNone/>
              <a:defRPr sz="630"/>
            </a:lvl6pPr>
            <a:lvl7pPr marL="1080272" indent="0" algn="ctr">
              <a:buNone/>
              <a:defRPr sz="630"/>
            </a:lvl7pPr>
            <a:lvl8pPr marL="1260318" indent="0" algn="ctr">
              <a:buNone/>
              <a:defRPr sz="630"/>
            </a:lvl8pPr>
            <a:lvl9pPr marL="1440363" indent="0" algn="ctr">
              <a:buNone/>
              <a:defRPr sz="63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8ABA9-09F2-C145-95E0-2A02800DF026}" type="datetimeFigureOut">
              <a:rPr kumimoji="1" lang="ja-JP" altLang="en-US" smtClean="0"/>
              <a:t>2025/5/11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579A5-7952-3E46-994E-6FCF4E5F0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8737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8ABA9-09F2-C145-95E0-2A02800DF026}" type="datetimeFigureOut">
              <a:rPr kumimoji="1" lang="ja-JP" altLang="en-US" smtClean="0"/>
              <a:t>2025/5/11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579A5-7952-3E46-994E-6FCF4E5F0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1538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56" y="897613"/>
            <a:ext cx="3105388" cy="1497687"/>
          </a:xfrm>
        </p:spPr>
        <p:txBody>
          <a:bodyPr anchor="b"/>
          <a:lstStyle>
            <a:lvl1pPr>
              <a:defRPr sz="2363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56" y="2409469"/>
            <a:ext cx="3105388" cy="787598"/>
          </a:xfrm>
        </p:spPr>
        <p:txBody>
          <a:bodyPr/>
          <a:lstStyle>
            <a:lvl1pPr marL="0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1pPr>
            <a:lvl2pPr marL="180045" indent="0">
              <a:buNone/>
              <a:defRPr sz="788">
                <a:solidFill>
                  <a:schemeClr val="tx1">
                    <a:tint val="82000"/>
                  </a:schemeClr>
                </a:solidFill>
              </a:defRPr>
            </a:lvl2pPr>
            <a:lvl3pPr marL="360091" indent="0">
              <a:buNone/>
              <a:defRPr sz="709">
                <a:solidFill>
                  <a:schemeClr val="tx1">
                    <a:tint val="82000"/>
                  </a:schemeClr>
                </a:solidFill>
              </a:defRPr>
            </a:lvl3pPr>
            <a:lvl4pPr marL="540136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4pPr>
            <a:lvl5pPr marL="720181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5pPr>
            <a:lvl6pPr marL="900227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6pPr>
            <a:lvl7pPr marL="1080272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7pPr>
            <a:lvl8pPr marL="1260318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8pPr>
            <a:lvl9pPr marL="1440363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8ABA9-09F2-C145-95E0-2A02800DF026}" type="datetimeFigureOut">
              <a:rPr kumimoji="1" lang="ja-JP" altLang="en-US" smtClean="0"/>
              <a:t>2025/5/11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579A5-7952-3E46-994E-6FCF4E5F0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654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531" y="958453"/>
            <a:ext cx="1530191" cy="228445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728" y="958453"/>
            <a:ext cx="1530191" cy="228445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8ABA9-09F2-C145-95E0-2A02800DF026}" type="datetimeFigureOut">
              <a:rPr kumimoji="1" lang="ja-JP" altLang="en-US" smtClean="0"/>
              <a:t>2025/5/11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579A5-7952-3E46-994E-6FCF4E5F0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145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191691"/>
            <a:ext cx="3105388" cy="695921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8000" y="882610"/>
            <a:ext cx="1523159" cy="432554"/>
          </a:xfrm>
        </p:spPr>
        <p:txBody>
          <a:bodyPr anchor="b"/>
          <a:lstStyle>
            <a:lvl1pPr marL="0" indent="0">
              <a:buNone/>
              <a:defRPr sz="945" b="1"/>
            </a:lvl1pPr>
            <a:lvl2pPr marL="180045" indent="0">
              <a:buNone/>
              <a:defRPr sz="788" b="1"/>
            </a:lvl2pPr>
            <a:lvl3pPr marL="360091" indent="0">
              <a:buNone/>
              <a:defRPr sz="709" b="1"/>
            </a:lvl3pPr>
            <a:lvl4pPr marL="540136" indent="0">
              <a:buNone/>
              <a:defRPr sz="630" b="1"/>
            </a:lvl4pPr>
            <a:lvl5pPr marL="720181" indent="0">
              <a:buNone/>
              <a:defRPr sz="630" b="1"/>
            </a:lvl5pPr>
            <a:lvl6pPr marL="900227" indent="0">
              <a:buNone/>
              <a:defRPr sz="630" b="1"/>
            </a:lvl6pPr>
            <a:lvl7pPr marL="1080272" indent="0">
              <a:buNone/>
              <a:defRPr sz="630" b="1"/>
            </a:lvl7pPr>
            <a:lvl8pPr marL="1260318" indent="0">
              <a:buNone/>
              <a:defRPr sz="630" b="1"/>
            </a:lvl8pPr>
            <a:lvl9pPr marL="1440363" indent="0">
              <a:buNone/>
              <a:defRPr sz="63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8000" y="1315164"/>
            <a:ext cx="1523159" cy="193440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728" y="882610"/>
            <a:ext cx="1530660" cy="432554"/>
          </a:xfrm>
        </p:spPr>
        <p:txBody>
          <a:bodyPr anchor="b"/>
          <a:lstStyle>
            <a:lvl1pPr marL="0" indent="0">
              <a:buNone/>
              <a:defRPr sz="945" b="1"/>
            </a:lvl1pPr>
            <a:lvl2pPr marL="180045" indent="0">
              <a:buNone/>
              <a:defRPr sz="788" b="1"/>
            </a:lvl2pPr>
            <a:lvl3pPr marL="360091" indent="0">
              <a:buNone/>
              <a:defRPr sz="709" b="1"/>
            </a:lvl3pPr>
            <a:lvl4pPr marL="540136" indent="0">
              <a:buNone/>
              <a:defRPr sz="630" b="1"/>
            </a:lvl4pPr>
            <a:lvl5pPr marL="720181" indent="0">
              <a:buNone/>
              <a:defRPr sz="630" b="1"/>
            </a:lvl5pPr>
            <a:lvl6pPr marL="900227" indent="0">
              <a:buNone/>
              <a:defRPr sz="630" b="1"/>
            </a:lvl6pPr>
            <a:lvl7pPr marL="1080272" indent="0">
              <a:buNone/>
              <a:defRPr sz="630" b="1"/>
            </a:lvl7pPr>
            <a:lvl8pPr marL="1260318" indent="0">
              <a:buNone/>
              <a:defRPr sz="630" b="1"/>
            </a:lvl8pPr>
            <a:lvl9pPr marL="1440363" indent="0">
              <a:buNone/>
              <a:defRPr sz="63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728" y="1315164"/>
            <a:ext cx="1530660" cy="193440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8ABA9-09F2-C145-95E0-2A02800DF026}" type="datetimeFigureOut">
              <a:rPr kumimoji="1" lang="ja-JP" altLang="en-US" smtClean="0"/>
              <a:t>2025/5/11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579A5-7952-3E46-994E-6FCF4E5F0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5436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8ABA9-09F2-C145-95E0-2A02800DF026}" type="datetimeFigureOut">
              <a:rPr kumimoji="1" lang="ja-JP" altLang="en-US" smtClean="0"/>
              <a:t>2025/5/11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579A5-7952-3E46-994E-6FCF4E5F0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8342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8ABA9-09F2-C145-95E0-2A02800DF026}" type="datetimeFigureOut">
              <a:rPr kumimoji="1" lang="ja-JP" altLang="en-US" smtClean="0"/>
              <a:t>2025/5/11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579A5-7952-3E46-994E-6FCF4E5F0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2666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240030"/>
            <a:ext cx="1161239" cy="840105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660" y="518399"/>
            <a:ext cx="1822728" cy="2558653"/>
          </a:xfrm>
        </p:spPr>
        <p:txBody>
          <a:bodyPr/>
          <a:lstStyle>
            <a:lvl1pPr>
              <a:defRPr sz="1260"/>
            </a:lvl1pPr>
            <a:lvl2pPr>
              <a:defRPr sz="1103"/>
            </a:lvl2pPr>
            <a:lvl3pPr>
              <a:defRPr sz="945"/>
            </a:lvl3pPr>
            <a:lvl4pPr>
              <a:defRPr sz="788"/>
            </a:lvl4pPr>
            <a:lvl5pPr>
              <a:defRPr sz="788"/>
            </a:lvl5pPr>
            <a:lvl6pPr>
              <a:defRPr sz="788"/>
            </a:lvl6pPr>
            <a:lvl7pPr>
              <a:defRPr sz="788"/>
            </a:lvl7pPr>
            <a:lvl8pPr>
              <a:defRPr sz="788"/>
            </a:lvl8pPr>
            <a:lvl9pPr>
              <a:defRPr sz="788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1080135"/>
            <a:ext cx="1161239" cy="2001084"/>
          </a:xfrm>
        </p:spPr>
        <p:txBody>
          <a:bodyPr/>
          <a:lstStyle>
            <a:lvl1pPr marL="0" indent="0">
              <a:buNone/>
              <a:defRPr sz="630"/>
            </a:lvl1pPr>
            <a:lvl2pPr marL="180045" indent="0">
              <a:buNone/>
              <a:defRPr sz="551"/>
            </a:lvl2pPr>
            <a:lvl3pPr marL="360091" indent="0">
              <a:buNone/>
              <a:defRPr sz="473"/>
            </a:lvl3pPr>
            <a:lvl4pPr marL="540136" indent="0">
              <a:buNone/>
              <a:defRPr sz="394"/>
            </a:lvl4pPr>
            <a:lvl5pPr marL="720181" indent="0">
              <a:buNone/>
              <a:defRPr sz="394"/>
            </a:lvl5pPr>
            <a:lvl6pPr marL="900227" indent="0">
              <a:buNone/>
              <a:defRPr sz="394"/>
            </a:lvl6pPr>
            <a:lvl7pPr marL="1080272" indent="0">
              <a:buNone/>
              <a:defRPr sz="394"/>
            </a:lvl7pPr>
            <a:lvl8pPr marL="1260318" indent="0">
              <a:buNone/>
              <a:defRPr sz="394"/>
            </a:lvl8pPr>
            <a:lvl9pPr marL="1440363" indent="0">
              <a:buNone/>
              <a:defRPr sz="394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8ABA9-09F2-C145-95E0-2A02800DF026}" type="datetimeFigureOut">
              <a:rPr kumimoji="1" lang="ja-JP" altLang="en-US" smtClean="0"/>
              <a:t>2025/5/11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579A5-7952-3E46-994E-6FCF4E5F0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8169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240030"/>
            <a:ext cx="1161239" cy="840105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660" y="518399"/>
            <a:ext cx="1822728" cy="2558653"/>
          </a:xfrm>
        </p:spPr>
        <p:txBody>
          <a:bodyPr anchor="t"/>
          <a:lstStyle>
            <a:lvl1pPr marL="0" indent="0">
              <a:buNone/>
              <a:defRPr sz="1260"/>
            </a:lvl1pPr>
            <a:lvl2pPr marL="180045" indent="0">
              <a:buNone/>
              <a:defRPr sz="1103"/>
            </a:lvl2pPr>
            <a:lvl3pPr marL="360091" indent="0">
              <a:buNone/>
              <a:defRPr sz="945"/>
            </a:lvl3pPr>
            <a:lvl4pPr marL="540136" indent="0">
              <a:buNone/>
              <a:defRPr sz="788"/>
            </a:lvl4pPr>
            <a:lvl5pPr marL="720181" indent="0">
              <a:buNone/>
              <a:defRPr sz="788"/>
            </a:lvl5pPr>
            <a:lvl6pPr marL="900227" indent="0">
              <a:buNone/>
              <a:defRPr sz="788"/>
            </a:lvl6pPr>
            <a:lvl7pPr marL="1080272" indent="0">
              <a:buNone/>
              <a:defRPr sz="788"/>
            </a:lvl7pPr>
            <a:lvl8pPr marL="1260318" indent="0">
              <a:buNone/>
              <a:defRPr sz="788"/>
            </a:lvl8pPr>
            <a:lvl9pPr marL="1440363" indent="0">
              <a:buNone/>
              <a:defRPr sz="788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1080135"/>
            <a:ext cx="1161239" cy="2001084"/>
          </a:xfrm>
        </p:spPr>
        <p:txBody>
          <a:bodyPr/>
          <a:lstStyle>
            <a:lvl1pPr marL="0" indent="0">
              <a:buNone/>
              <a:defRPr sz="630"/>
            </a:lvl1pPr>
            <a:lvl2pPr marL="180045" indent="0">
              <a:buNone/>
              <a:defRPr sz="551"/>
            </a:lvl2pPr>
            <a:lvl3pPr marL="360091" indent="0">
              <a:buNone/>
              <a:defRPr sz="473"/>
            </a:lvl3pPr>
            <a:lvl4pPr marL="540136" indent="0">
              <a:buNone/>
              <a:defRPr sz="394"/>
            </a:lvl4pPr>
            <a:lvl5pPr marL="720181" indent="0">
              <a:buNone/>
              <a:defRPr sz="394"/>
            </a:lvl5pPr>
            <a:lvl6pPr marL="900227" indent="0">
              <a:buNone/>
              <a:defRPr sz="394"/>
            </a:lvl6pPr>
            <a:lvl7pPr marL="1080272" indent="0">
              <a:buNone/>
              <a:defRPr sz="394"/>
            </a:lvl7pPr>
            <a:lvl8pPr marL="1260318" indent="0">
              <a:buNone/>
              <a:defRPr sz="394"/>
            </a:lvl8pPr>
            <a:lvl9pPr marL="1440363" indent="0">
              <a:buNone/>
              <a:defRPr sz="394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8ABA9-09F2-C145-95E0-2A02800DF026}" type="datetimeFigureOut">
              <a:rPr kumimoji="1" lang="ja-JP" altLang="en-US" smtClean="0"/>
              <a:t>2025/5/11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579A5-7952-3E46-994E-6FCF4E5F0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0881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8ABA9-09F2-C145-95E0-2A02800DF026}" type="datetimeFigureOut">
              <a:rPr kumimoji="1" lang="ja-JP" altLang="en-US" smtClean="0"/>
              <a:t>2025/5/11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579A5-7952-3E46-994E-6FCF4E5F0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8326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572" y="191691"/>
            <a:ext cx="776347" cy="3051215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531" y="191691"/>
            <a:ext cx="2284035" cy="3051215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8ABA9-09F2-C145-95E0-2A02800DF026}" type="datetimeFigureOut">
              <a:rPr kumimoji="1" lang="ja-JP" altLang="en-US" smtClean="0"/>
              <a:t>2025/5/11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579A5-7952-3E46-994E-6FCF4E5F0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8569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531" y="191691"/>
            <a:ext cx="3105388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531" y="958453"/>
            <a:ext cx="3105388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531" y="3337084"/>
            <a:ext cx="810101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08ABA9-09F2-C145-95E0-2A02800DF026}" type="datetimeFigureOut">
              <a:rPr kumimoji="1" lang="ja-JP" altLang="en-US" smtClean="0"/>
              <a:t>2025/5/11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649" y="3337084"/>
            <a:ext cx="1215152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818" y="3337084"/>
            <a:ext cx="810101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6579A5-7952-3E46-994E-6FCF4E5F0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3159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360091" rtl="0" eaLnBrk="1" latinLnBrk="0" hangingPunct="1">
        <a:lnSpc>
          <a:spcPct val="90000"/>
        </a:lnSpc>
        <a:spcBef>
          <a:spcPct val="0"/>
        </a:spcBef>
        <a:buNone/>
        <a:defRPr kumimoji="1" sz="17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0023" indent="-90023" algn="l" defTabSz="360091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kumimoji="1" sz="1103" kern="1200">
          <a:solidFill>
            <a:schemeClr val="tx1"/>
          </a:solidFill>
          <a:latin typeface="+mn-lt"/>
          <a:ea typeface="+mn-ea"/>
          <a:cs typeface="+mn-cs"/>
        </a:defRPr>
      </a:lvl1pPr>
      <a:lvl2pPr marL="270068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kumimoji="1"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50113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kumimoji="1" sz="788" kern="1200">
          <a:solidFill>
            <a:schemeClr val="tx1"/>
          </a:solidFill>
          <a:latin typeface="+mn-lt"/>
          <a:ea typeface="+mn-ea"/>
          <a:cs typeface="+mn-cs"/>
        </a:defRPr>
      </a:lvl3pPr>
      <a:lvl4pPr marL="630159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kumimoji="1"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810204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kumimoji="1"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90249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kumimoji="1"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170295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kumimoji="1"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350340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kumimoji="1"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530386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kumimoji="1" sz="7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0091" rtl="0" eaLnBrk="1" latinLnBrk="0" hangingPunct="1">
        <a:defRPr kumimoji="1" sz="709" kern="1200">
          <a:solidFill>
            <a:schemeClr val="tx1"/>
          </a:solidFill>
          <a:latin typeface="+mn-lt"/>
          <a:ea typeface="+mn-ea"/>
          <a:cs typeface="+mn-cs"/>
        </a:defRPr>
      </a:lvl1pPr>
      <a:lvl2pPr marL="180045" algn="l" defTabSz="360091" rtl="0" eaLnBrk="1" latinLnBrk="0" hangingPunct="1">
        <a:defRPr kumimoji="1" sz="709" kern="1200">
          <a:solidFill>
            <a:schemeClr val="tx1"/>
          </a:solidFill>
          <a:latin typeface="+mn-lt"/>
          <a:ea typeface="+mn-ea"/>
          <a:cs typeface="+mn-cs"/>
        </a:defRPr>
      </a:lvl2pPr>
      <a:lvl3pPr marL="360091" algn="l" defTabSz="360091" rtl="0" eaLnBrk="1" latinLnBrk="0" hangingPunct="1">
        <a:defRPr kumimoji="1" sz="709" kern="1200">
          <a:solidFill>
            <a:schemeClr val="tx1"/>
          </a:solidFill>
          <a:latin typeface="+mn-lt"/>
          <a:ea typeface="+mn-ea"/>
          <a:cs typeface="+mn-cs"/>
        </a:defRPr>
      </a:lvl3pPr>
      <a:lvl4pPr marL="540136" algn="l" defTabSz="360091" rtl="0" eaLnBrk="1" latinLnBrk="0" hangingPunct="1">
        <a:defRPr kumimoji="1"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720181" algn="l" defTabSz="360091" rtl="0" eaLnBrk="1" latinLnBrk="0" hangingPunct="1">
        <a:defRPr kumimoji="1"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00227" algn="l" defTabSz="360091" rtl="0" eaLnBrk="1" latinLnBrk="0" hangingPunct="1">
        <a:defRPr kumimoji="1"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080272" algn="l" defTabSz="360091" rtl="0" eaLnBrk="1" latinLnBrk="0" hangingPunct="1">
        <a:defRPr kumimoji="1"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260318" algn="l" defTabSz="360091" rtl="0" eaLnBrk="1" latinLnBrk="0" hangingPunct="1">
        <a:defRPr kumimoji="1"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440363" algn="l" defTabSz="360091" rtl="0" eaLnBrk="1" latinLnBrk="0" hangingPunct="1">
        <a:defRPr kumimoji="1" sz="7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6A8FB6-1D24-3B7C-8CDA-A996179C46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385" y="699809"/>
            <a:ext cx="3389679" cy="2200831"/>
          </a:xfrm>
          <a:noFill/>
        </p:spPr>
        <p:txBody>
          <a:bodyPr lIns="90000" anchor="ctr">
            <a:noAutofit/>
          </a:bodyPr>
          <a:lstStyle/>
          <a:p>
            <a:r>
              <a:rPr lang="en-US" altLang="ja-JP" sz="10000" dirty="0" err="1">
                <a:solidFill>
                  <a:srgbClr val="3C3C3C"/>
                </a:solidFill>
                <a:latin typeface="Apple LiGothic Medium" pitchFamily="2" charset="-120"/>
                <a:ea typeface="Apple LiGothic Medium" pitchFamily="2" charset="-120"/>
              </a:rPr>
              <a:t>ESHub</a:t>
            </a:r>
            <a:endParaRPr lang="ja-JP" altLang="en-US" sz="10000">
              <a:solidFill>
                <a:srgbClr val="3C3C3C"/>
              </a:solidFill>
              <a:latin typeface="Apple LiGothic Medium" pitchFamily="2" charset="-120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48150033-3D6B-7E54-9EA8-B9897315B714}"/>
              </a:ext>
            </a:extLst>
          </p:cNvPr>
          <p:cNvSpPr>
            <a:spLocks noChangeAspect="1"/>
          </p:cNvSpPr>
          <p:nvPr/>
        </p:nvSpPr>
        <p:spPr>
          <a:xfrm>
            <a:off x="353748" y="1130416"/>
            <a:ext cx="1080000" cy="180000"/>
          </a:xfrm>
          <a:prstGeom prst="rect">
            <a:avLst/>
          </a:prstGeom>
          <a:solidFill>
            <a:srgbClr val="EA65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46"/>
          </a:p>
        </p:txBody>
      </p:sp>
    </p:spTree>
    <p:extLst>
      <p:ext uri="{BB962C8B-B14F-4D97-AF65-F5344CB8AC3E}">
        <p14:creationId xmlns:p14="http://schemas.microsoft.com/office/powerpoint/2010/main" val="3619751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5FEF6-1B23-97FF-C2EC-9FA547698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FBB9D18F-87FF-5347-E04F-6EBE2F9E95F8}"/>
              </a:ext>
            </a:extLst>
          </p:cNvPr>
          <p:cNvSpPr/>
          <p:nvPr/>
        </p:nvSpPr>
        <p:spPr>
          <a:xfrm>
            <a:off x="-23117" y="-17980"/>
            <a:ext cx="3646684" cy="363641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E84B9217-8E61-0074-031F-81F587D034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385" y="699809"/>
            <a:ext cx="3389679" cy="2200831"/>
          </a:xfrm>
          <a:noFill/>
        </p:spPr>
        <p:txBody>
          <a:bodyPr lIns="90000" anchor="ctr">
            <a:noAutofit/>
          </a:bodyPr>
          <a:lstStyle/>
          <a:p>
            <a:r>
              <a:rPr lang="en-US" altLang="ja-JP" sz="10000" dirty="0" err="1">
                <a:solidFill>
                  <a:srgbClr val="3C3C3C"/>
                </a:solidFill>
                <a:latin typeface="Apple LiGothic Medium" pitchFamily="2" charset="-120"/>
                <a:ea typeface="Apple LiGothic Medium" pitchFamily="2" charset="-120"/>
              </a:rPr>
              <a:t>ESHub</a:t>
            </a:r>
            <a:endParaRPr lang="ja-JP" altLang="en-US" sz="10000">
              <a:solidFill>
                <a:srgbClr val="3C3C3C"/>
              </a:solidFill>
              <a:latin typeface="Apple LiGothic Medium" pitchFamily="2" charset="-120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4BB78187-FD47-6308-8672-E3BBD47C1E9F}"/>
              </a:ext>
            </a:extLst>
          </p:cNvPr>
          <p:cNvSpPr>
            <a:spLocks noChangeAspect="1"/>
          </p:cNvSpPr>
          <p:nvPr/>
        </p:nvSpPr>
        <p:spPr>
          <a:xfrm>
            <a:off x="353748" y="1130475"/>
            <a:ext cx="1080000" cy="180000"/>
          </a:xfrm>
          <a:prstGeom prst="rect">
            <a:avLst/>
          </a:prstGeom>
          <a:solidFill>
            <a:srgbClr val="EA65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46"/>
          </a:p>
        </p:txBody>
      </p:sp>
    </p:spTree>
    <p:extLst>
      <p:ext uri="{BB962C8B-B14F-4D97-AF65-F5344CB8AC3E}">
        <p14:creationId xmlns:p14="http://schemas.microsoft.com/office/powerpoint/2010/main" val="2286580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ABC09-7D82-43C4-957B-7DE4850BA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C106A28-C20C-CBA8-86A4-0FEEB12966AF}"/>
              </a:ext>
            </a:extLst>
          </p:cNvPr>
          <p:cNvSpPr/>
          <p:nvPr/>
        </p:nvSpPr>
        <p:spPr>
          <a:xfrm>
            <a:off x="-23117" y="-17980"/>
            <a:ext cx="3646684" cy="363641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042E2B69-F6E1-E0B2-E9C2-1562E96C71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385" y="699809"/>
            <a:ext cx="3389679" cy="2200831"/>
          </a:xfrm>
          <a:noFill/>
        </p:spPr>
        <p:txBody>
          <a:bodyPr lIns="90000" anchor="ctr">
            <a:noAutofit/>
          </a:bodyPr>
          <a:lstStyle/>
          <a:p>
            <a:r>
              <a:rPr lang="en-US" altLang="ja-JP" sz="10000" dirty="0" err="1">
                <a:solidFill>
                  <a:schemeClr val="bg1">
                    <a:lumMod val="85000"/>
                  </a:schemeClr>
                </a:solidFill>
                <a:latin typeface="Apple LiGothic Medium" pitchFamily="2" charset="-120"/>
                <a:ea typeface="Apple LiGothic Medium" pitchFamily="2" charset="-120"/>
              </a:rPr>
              <a:t>ESHub</a:t>
            </a:r>
            <a:endParaRPr lang="ja-JP" altLang="en-US" sz="10000">
              <a:solidFill>
                <a:schemeClr val="bg1">
                  <a:lumMod val="85000"/>
                </a:schemeClr>
              </a:solidFill>
              <a:latin typeface="Apple LiGothic Medium" pitchFamily="2" charset="-120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837D23C-6874-818C-F9CD-366C2A5C972C}"/>
              </a:ext>
            </a:extLst>
          </p:cNvPr>
          <p:cNvSpPr>
            <a:spLocks noChangeAspect="1"/>
          </p:cNvSpPr>
          <p:nvPr/>
        </p:nvSpPr>
        <p:spPr>
          <a:xfrm>
            <a:off x="353748" y="1130475"/>
            <a:ext cx="1080000" cy="180000"/>
          </a:xfrm>
          <a:prstGeom prst="rect">
            <a:avLst/>
          </a:prstGeom>
          <a:solidFill>
            <a:srgbClr val="EA65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46"/>
          </a:p>
        </p:txBody>
      </p:sp>
    </p:spTree>
    <p:extLst>
      <p:ext uri="{BB962C8B-B14F-4D97-AF65-F5344CB8AC3E}">
        <p14:creationId xmlns:p14="http://schemas.microsoft.com/office/powerpoint/2010/main" val="1993076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C33A5-C255-9CD4-67BC-5FB37C888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5D8BDD-E99E-DB2F-AD65-8B35EA19B6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4606" y="995482"/>
            <a:ext cx="2648855" cy="1886271"/>
          </a:xfrm>
          <a:noFill/>
        </p:spPr>
        <p:txBody>
          <a:bodyPr anchor="ctr">
            <a:noAutofit/>
          </a:bodyPr>
          <a:lstStyle/>
          <a:p>
            <a:r>
              <a:rPr lang="en-US" altLang="ja-JP" sz="17500" dirty="0">
                <a:solidFill>
                  <a:srgbClr val="3C3C3C"/>
                </a:solidFill>
                <a:latin typeface="Apple LiGothic Medium" pitchFamily="2" charset="-120"/>
                <a:ea typeface="Apple LiGothic Medium" pitchFamily="2" charset="-120"/>
              </a:rPr>
              <a:t>ES</a:t>
            </a:r>
            <a:endParaRPr lang="ja-JP" altLang="en-US" sz="17500">
              <a:solidFill>
                <a:srgbClr val="3C3C3C"/>
              </a:solidFill>
              <a:latin typeface="Apple LiGothic Medium" pitchFamily="2" charset="-120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F889C9A-E742-33D1-18B0-559207A2FEB9}"/>
              </a:ext>
            </a:extLst>
          </p:cNvPr>
          <p:cNvSpPr>
            <a:spLocks noChangeAspect="1"/>
          </p:cNvSpPr>
          <p:nvPr/>
        </p:nvSpPr>
        <p:spPr>
          <a:xfrm>
            <a:off x="720225" y="702518"/>
            <a:ext cx="2160000" cy="360000"/>
          </a:xfrm>
          <a:prstGeom prst="rect">
            <a:avLst/>
          </a:prstGeom>
          <a:solidFill>
            <a:srgbClr val="EA65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46"/>
          </a:p>
        </p:txBody>
      </p:sp>
    </p:spTree>
    <p:extLst>
      <p:ext uri="{BB962C8B-B14F-4D97-AF65-F5344CB8AC3E}">
        <p14:creationId xmlns:p14="http://schemas.microsoft.com/office/powerpoint/2010/main" val="2235618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3C458-D1E3-EEC8-28BE-0E637441A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26AAEDE-8447-993C-0889-FB2F05DC93AC}"/>
              </a:ext>
            </a:extLst>
          </p:cNvPr>
          <p:cNvSpPr/>
          <p:nvPr/>
        </p:nvSpPr>
        <p:spPr>
          <a:xfrm>
            <a:off x="-29184" y="-25941"/>
            <a:ext cx="3658817" cy="3652332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46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F3A477BF-BD81-9616-5706-3B00A03A21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4606" y="995482"/>
            <a:ext cx="2648855" cy="1886271"/>
          </a:xfrm>
          <a:noFill/>
        </p:spPr>
        <p:txBody>
          <a:bodyPr anchor="ctr">
            <a:noAutofit/>
          </a:bodyPr>
          <a:lstStyle/>
          <a:p>
            <a:r>
              <a:rPr lang="en-US" altLang="ja-JP" sz="17500" dirty="0">
                <a:solidFill>
                  <a:schemeClr val="bg1">
                    <a:lumMod val="85000"/>
                  </a:schemeClr>
                </a:solidFill>
                <a:latin typeface="Apple LiGothic Medium" pitchFamily="2" charset="-120"/>
                <a:ea typeface="Apple LiGothic Medium" pitchFamily="2" charset="-120"/>
              </a:rPr>
              <a:t>ES</a:t>
            </a:r>
            <a:endParaRPr lang="ja-JP" altLang="en-US" sz="17500">
              <a:solidFill>
                <a:schemeClr val="bg1">
                  <a:lumMod val="85000"/>
                </a:schemeClr>
              </a:solidFill>
              <a:latin typeface="Apple LiGothic Medium" pitchFamily="2" charset="-120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6C68626-3ABD-52FD-751B-89B7CE86722D}"/>
              </a:ext>
            </a:extLst>
          </p:cNvPr>
          <p:cNvSpPr>
            <a:spLocks noChangeAspect="1"/>
          </p:cNvSpPr>
          <p:nvPr/>
        </p:nvSpPr>
        <p:spPr>
          <a:xfrm>
            <a:off x="720225" y="702518"/>
            <a:ext cx="2160000" cy="360000"/>
          </a:xfrm>
          <a:prstGeom prst="rect">
            <a:avLst/>
          </a:prstGeom>
          <a:solidFill>
            <a:srgbClr val="EA65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46"/>
          </a:p>
        </p:txBody>
      </p:sp>
    </p:spTree>
    <p:extLst>
      <p:ext uri="{BB962C8B-B14F-4D97-AF65-F5344CB8AC3E}">
        <p14:creationId xmlns:p14="http://schemas.microsoft.com/office/powerpoint/2010/main" val="4078994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916C5-024C-88DB-A21C-ADB2D920C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E284F13-3349-6748-E888-42164A6BF292}"/>
              </a:ext>
            </a:extLst>
          </p:cNvPr>
          <p:cNvSpPr/>
          <p:nvPr/>
        </p:nvSpPr>
        <p:spPr>
          <a:xfrm>
            <a:off x="-29184" y="-25941"/>
            <a:ext cx="3658817" cy="3652332"/>
          </a:xfrm>
          <a:prstGeom prst="rect">
            <a:avLst/>
          </a:prstGeom>
          <a:solidFill>
            <a:srgbClr val="1C1C1E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46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3D73607-4C65-EE61-B99F-411E9143C1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4606" y="995482"/>
            <a:ext cx="2648855" cy="1886271"/>
          </a:xfrm>
          <a:noFill/>
        </p:spPr>
        <p:txBody>
          <a:bodyPr anchor="ctr">
            <a:noAutofit/>
          </a:bodyPr>
          <a:lstStyle/>
          <a:p>
            <a:r>
              <a:rPr lang="en-US" altLang="ja-JP" sz="17500" dirty="0">
                <a:solidFill>
                  <a:schemeClr val="bg1">
                    <a:lumMod val="95000"/>
                  </a:schemeClr>
                </a:solidFill>
                <a:latin typeface="Apple LiGothic Medium" pitchFamily="2" charset="-120"/>
                <a:ea typeface="Apple LiGothic Medium" pitchFamily="2" charset="-120"/>
              </a:rPr>
              <a:t>ES</a:t>
            </a:r>
            <a:endParaRPr lang="ja-JP" altLang="en-US" sz="17500">
              <a:solidFill>
                <a:schemeClr val="bg1">
                  <a:lumMod val="95000"/>
                </a:schemeClr>
              </a:solidFill>
              <a:latin typeface="Apple LiGothic Medium" pitchFamily="2" charset="-120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4C8C9472-067A-458C-EE4D-E1B7C9893CB4}"/>
              </a:ext>
            </a:extLst>
          </p:cNvPr>
          <p:cNvSpPr>
            <a:spLocks noChangeAspect="1"/>
          </p:cNvSpPr>
          <p:nvPr/>
        </p:nvSpPr>
        <p:spPr>
          <a:xfrm>
            <a:off x="720225" y="702518"/>
            <a:ext cx="2160000" cy="360000"/>
          </a:xfrm>
          <a:prstGeom prst="rect">
            <a:avLst/>
          </a:prstGeom>
          <a:solidFill>
            <a:srgbClr val="EA65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946"/>
          </a:p>
        </p:txBody>
      </p:sp>
    </p:spTree>
    <p:extLst>
      <p:ext uri="{BB962C8B-B14F-4D97-AF65-F5344CB8AC3E}">
        <p14:creationId xmlns:p14="http://schemas.microsoft.com/office/powerpoint/2010/main" val="661002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70</TotalTime>
  <Words>6</Words>
  <Application>Microsoft Macintosh PowerPoint</Application>
  <PresentationFormat>ユーザー設定</PresentationFormat>
  <Paragraphs>6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1" baseType="lpstr">
      <vt:lpstr>Apple LiGothic Medium</vt:lpstr>
      <vt:lpstr>Aptos</vt:lpstr>
      <vt:lpstr>Aptos Display</vt:lpstr>
      <vt:lpstr>Arial</vt:lpstr>
      <vt:lpstr>Office テーマ</vt:lpstr>
      <vt:lpstr>ESHub</vt:lpstr>
      <vt:lpstr>ESHub</vt:lpstr>
      <vt:lpstr>ESHub</vt:lpstr>
      <vt:lpstr>ES</vt:lpstr>
      <vt:lpstr>ES</vt:lpstr>
      <vt:lpstr>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泉　七海</dc:creator>
  <cp:lastModifiedBy>泉　七海</cp:lastModifiedBy>
  <cp:revision>7</cp:revision>
  <dcterms:created xsi:type="dcterms:W3CDTF">2025-05-03T05:45:38Z</dcterms:created>
  <dcterms:modified xsi:type="dcterms:W3CDTF">2025-05-11T07:31:39Z</dcterms:modified>
</cp:coreProperties>
</file>